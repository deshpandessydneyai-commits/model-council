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228600"/>
            <a:ext cx="2331720" cy="640080"/>
          </a:xfrm>
          <a:prstGeom prst="rect">
            <a:avLst/>
          </a:prstGeom>
          <a:solidFill>
            <a:srgbClr val="F5D76E"/>
          </a:solidFill>
          <a:ln w="12700">
            <a:solidFill>
              <a:srgbClr val="F5D7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0" y="246888"/>
            <a:ext cx="228600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</a:t>
            </a:r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Patchett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Author: </a:t>
            </a:r>
            <a:pPr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Deshpande / Krishna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Application Health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7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QBE's application health approach is managed through a formal control-based model across business, operational and technical dimensions. Priority is placed on Business Critical and Crown Jewel services, supported by Monitoring &amp; Observability, Capacity &amp; Performance, Event Management and operational governance.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77295" cy="77724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57400"/>
            <a:ext cx="91440" cy="777240"/>
          </a:xfrm>
          <a:prstGeom prst="rect">
            <a:avLst/>
          </a:prstGeom>
          <a:solidFill>
            <a:srgbClr val="0B4D8C"/>
          </a:solidFill>
          <a:ln w="12700">
            <a:solidFill>
              <a:srgbClr val="0B4D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10972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status: </a:t>
            </a:r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controls are established and operating, with ongoing focus on improving data quality, complexity and supportability risks—particularly where impacted by lifecycle and end-of-life technology.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1127729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716975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3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Assessment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3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for purpose, criticality, data quality, resilience and lifecycle alignment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Supportability, maintainability, complexity, ownership and operational readiness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alignment, technology currency, extensibility, performance and lifecycle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2578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reflects the control areas used to manage application health; it is not a point-in-time performance rating of individual applications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327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text goes here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607040" y="6263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</a:t>
            </a:r>
            <a:pPr algn="r" indent="0" marL="0">
              <a:buNone/>
            </a:pPr>
            <a:r>
              <a:rPr lang="en-US" sz="1600" b="1" dirty="0">
                <a:solidFill>
                  <a:srgbClr val="14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QBE — Application Health</dc:title>
  <dc:subject>PptxGenJS Presentation</dc:subject>
  <dc:creator>Amit Deshpande</dc:creator>
  <cp:lastModifiedBy>Amit Deshpande</cp:lastModifiedBy>
  <cp:revision>1</cp:revision>
  <dcterms:created xsi:type="dcterms:W3CDTF">2026-05-20T03:08:01Z</dcterms:created>
  <dcterms:modified xsi:type="dcterms:W3CDTF">2026-05-20T03:08:01Z</dcterms:modified>
</cp:coreProperties>
</file>