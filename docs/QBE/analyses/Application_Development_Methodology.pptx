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28600"/>
            <a:ext cx="2331720" cy="777240"/>
          </a:xfrm>
          <a:prstGeom prst="rect">
            <a:avLst/>
          </a:prstGeom>
          <a:solidFill>
            <a:srgbClr val="F5D76E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246888"/>
            <a:ext cx="22860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Patchett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Author: 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Deshpande / Krishna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 Bansal supporting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Application Development 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7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 at QBE is governed through a structured, control-based SDLC, integrating mandatory lifecycle controls, secure-by-design principles, and continuous governance to ensure consistent, risk-managed delivery outcomes.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37178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2286000"/>
          </a:xfrm>
          <a:prstGeom prst="rect">
            <a:avLst/>
          </a:prstGeom>
          <a:solidFill>
            <a:srgbClr val="0B4D8C"/>
          </a:solidFill>
          <a:ln w="12700">
            <a:solidFill>
              <a:srgbClr val="0B4D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0B4D8C"/>
          </a:solidFill>
          <a:ln w="12700">
            <a:solidFill>
              <a:srgbClr val="0B4D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96596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Control-Based SDLC Framework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606040"/>
            <a:ext cx="3225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 operates a standardised Solution Delivery Life Cycle (SDLC) across all initiatives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stages: Define → Design → Build &amp; Test → Implement → Embed &amp; Evolve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incorporates mandatory controls, deliverables, and quality gates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77258" y="1783080"/>
            <a:ext cx="3637178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7258" y="1783080"/>
            <a:ext cx="73152" cy="2286000"/>
          </a:xfrm>
          <a:prstGeom prst="rect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5858" y="1965960"/>
            <a:ext cx="502920" cy="502920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08483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45938" y="196596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Formalisation &amp; Compliance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05858" y="2606040"/>
            <a:ext cx="3225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through minimum control standards (MUST) and recommended practices (SHOULD)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apply independent of delivery methodology (Agile/Waterfall) and tooling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embedded through secure-by-design and risk-based controls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97317" y="1783080"/>
            <a:ext cx="3637178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97317" y="1783080"/>
            <a:ext cx="73152" cy="2286000"/>
          </a:xfrm>
          <a:prstGeom prst="rect">
            <a:avLst/>
          </a:prstGeom>
          <a:solidFill>
            <a:srgbClr val="143C6B"/>
          </a:solidFill>
          <a:ln w="12700">
            <a:solidFill>
              <a:srgbClr val="143C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5917" y="1965960"/>
            <a:ext cx="502920" cy="502920"/>
          </a:xfrm>
          <a:prstGeom prst="ellipse">
            <a:avLst/>
          </a:prstGeom>
          <a:solidFill>
            <a:srgbClr val="143C6B"/>
          </a:solidFill>
          <a:ln w="12700">
            <a:solidFill>
              <a:srgbClr val="143C6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789" y="2084832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5997" y="196596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 &amp; Deliverables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25917" y="2606040"/>
            <a:ext cx="3225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/ Design: Architecture, security, and solution design controls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Implement: Testing, traceability, and release governance controls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Evolve: Post-implementation review and lifecycle management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managed via formal exception and governance processes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4251960"/>
            <a:ext cx="5547208" cy="196596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51960"/>
            <a:ext cx="73152" cy="1965960"/>
          </a:xfrm>
          <a:prstGeom prst="rect">
            <a:avLst/>
          </a:prstGeom>
          <a:solidFill>
            <a:srgbClr val="0B4D8C"/>
          </a:solidFill>
          <a:ln w="12700">
            <a:solidFill>
              <a:srgbClr val="0B4D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4434840"/>
            <a:ext cx="502920" cy="502920"/>
          </a:xfrm>
          <a:prstGeom prst="ellipse">
            <a:avLst/>
          </a:prstGeom>
          <a:solidFill>
            <a:srgbClr val="0B4D8C"/>
          </a:solidFill>
          <a:ln w="12700">
            <a:solidFill>
              <a:srgbClr val="0B4D8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53712"/>
            <a:ext cx="265176" cy="2651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443484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Integration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85800" y="5074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with:</a:t>
            </a:r>
            <a:endParaRPr lang="en-US" sz="950" dirty="0"/>
          </a:p>
          <a:p>
            <a:pPr lvl="1" marL="3048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(approval and release governance)</a:t>
            </a:r>
            <a:endParaRPr lang="en-US" sz="950" dirty="0"/>
          </a:p>
          <a:p>
            <a:pPr lvl="1" marL="3048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and operational readiness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through stage gates, review forums, and control checkpoints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end-to-end traceability from requirements to production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187288" y="4251960"/>
            <a:ext cx="5547208" cy="196596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87288" y="4251960"/>
            <a:ext cx="73152" cy="1965960"/>
          </a:xfrm>
          <a:prstGeom prst="rect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15888" y="4434840"/>
            <a:ext cx="502920" cy="502920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4553712"/>
            <a:ext cx="265176" cy="2651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55968" y="4434840"/>
            <a:ext cx="454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since 2022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6415888" y="5074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process and artefact-driven model → control-based delivery model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alignment to:</a:t>
            </a:r>
            <a:endParaRPr lang="en-US" sz="950" dirty="0"/>
          </a:p>
          <a:p>
            <a:pPr lvl="1" marL="3048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control standards</a:t>
            </a:r>
            <a:endParaRPr lang="en-US" sz="950" dirty="0"/>
          </a:p>
          <a:p>
            <a:pPr lvl="1" marL="3048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Secure-by-design principles</a:t>
            </a:r>
            <a:endParaRPr lang="en-US" sz="950" dirty="0"/>
          </a:p>
          <a:p>
            <a:pPr lvl="1" marL="3048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governance and oversight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consistency and auditability across delivery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57200" y="6327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text goes here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607040" y="6263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pPr algn="r" indent="0" marL="0">
              <a:buNone/>
            </a:pPr>
            <a:r>
              <a:rPr lang="en-US" sz="16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QBE — Application Development Methodology</dc:title>
  <dc:subject>PptxGenJS Presentation</dc:subject>
  <dc:creator>Amit Deshpande</dc:creator>
  <cp:lastModifiedBy>Amit Deshpande</cp:lastModifiedBy>
  <cp:revision>1</cp:revision>
  <dcterms:created xsi:type="dcterms:W3CDTF">2026-05-20T02:58:35Z</dcterms:created>
  <dcterms:modified xsi:type="dcterms:W3CDTF">2026-05-20T02:58:35Z</dcterms:modified>
</cp:coreProperties>
</file>